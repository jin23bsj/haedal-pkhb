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8B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FF9E82">
              <a:alpha val="40000"/>
            </a:srgbClr>
          </a:solidFill>
          <a:ln w="12700">
            <a:solidFill>
              <a:srgbClr val="FF9E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E86A4A">
              <a:alpha val="45000"/>
            </a:srgbClr>
          </a:solidFill>
          <a:ln w="12700">
            <a:solidFill>
              <a:srgbClr val="E86A4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57200"/>
            <a:ext cx="109728" cy="10972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1097280"/>
            <a:ext cx="109728" cy="10972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840480"/>
            <a:ext cx="109728" cy="10972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4389120"/>
            <a:ext cx="109728" cy="10972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Dream Achiever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미래의 목표를 향한 오늘의 기록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45920" y="3794760"/>
            <a:ext cx="1097280" cy="438912"/>
          </a:xfrm>
          <a:prstGeom prst="roundRect">
            <a:avLst>
              <a:gd name="adj" fmla="val 20833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794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불편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08960" y="3794760"/>
            <a:ext cx="1097280" cy="438912"/>
          </a:xfrm>
          <a:prstGeom prst="roundRect">
            <a:avLst>
              <a:gd name="adj" fmla="val 20833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794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연결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794760"/>
            <a:ext cx="1097280" cy="438912"/>
          </a:xfrm>
          <a:prstGeom prst="roundRect">
            <a:avLst>
              <a:gd name="adj" fmla="val 20833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794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경계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3794760"/>
            <a:ext cx="1097280" cy="438912"/>
          </a:xfrm>
          <a:prstGeom prst="roundRect">
            <a:avLst>
              <a:gd name="adj" fmla="val 20833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7947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B6A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8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불편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만들었는가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0"/>
          </a:xfrm>
          <a:prstGeom prst="line">
            <a:avLst/>
          </a:prstGeom>
          <a:noFill/>
          <a:ln w="19050">
            <a:solidFill>
              <a:srgbClr val="FFD4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3736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922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</a:rPr>
              <a:t>📅  목표를 세워도 며칠 뒤 흐지부지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396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새해 목표, 다이어트, 자기계발... 며칠이면 잊혀진다.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7523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</a:rPr>
              <a:t>📒  기록과 목표가 따로 논다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998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다이어리엔 감정만, 목표 앱엔 숫자만. 연결이 없다.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4206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712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728"/>
                </a:solidFill>
              </a:rPr>
              <a:t>🤷  오늘이 꿈에 가까워졌는지 모른다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0599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바쁘게 살았는데... 내가 원하는 방향으로 가고 있나?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097280"/>
            <a:ext cx="3749040" cy="2926080"/>
          </a:xfrm>
          <a:prstGeom prst="roundRect">
            <a:avLst>
              <a:gd name="adj" fmla="val 6250"/>
            </a:avLst>
          </a:prstGeom>
          <a:solidFill>
            <a:srgbClr val="FF8B6A"/>
          </a:solidFill>
          <a:ln w="12700">
            <a:solidFill>
              <a:srgbClr val="FF8B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4173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"오늘 내가 꿈에
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얼마나 가까워졌는지"
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 수 있는 공간이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없었습니다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B6A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8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연결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Achiever가 이어주는 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19050">
            <a:solidFill>
              <a:srgbClr val="FFD4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606040" cy="292608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2606040" cy="502920"/>
          </a:xfrm>
          <a:prstGeom prst="rect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B6A"/>
                </a:solidFill>
              </a:rPr>
              <a:t>감정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A4A"/>
                </a:solidFill>
              </a:rPr>
              <a:t>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B6A"/>
                </a:solidFill>
              </a:rPr>
              <a:t>행동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3101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오늘 기분이 어땠고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무엇을 했는지 함께 기록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737360"/>
            <a:ext cx="2606040" cy="292608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737360"/>
            <a:ext cx="2606040" cy="502920"/>
          </a:xfrm>
          <a:prstGeom prst="rect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2331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B6A"/>
                </a:solidFill>
              </a:rPr>
              <a:t>기록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A4A"/>
                </a:solidFill>
              </a:rPr>
              <a:t>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B6A"/>
                </a:solidFill>
              </a:rPr>
              <a:t>목표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3101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오늘 한 일이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어떤 목표에 기여했는지 연결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737360"/>
            <a:ext cx="2606040" cy="292608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737360"/>
            <a:ext cx="2606040" cy="502920"/>
          </a:xfrm>
          <a:prstGeom prst="rect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B6A"/>
                </a:solidFill>
              </a:rPr>
              <a:t>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A4A"/>
                </a:solidFill>
              </a:rPr>
              <a:t>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29077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B6A"/>
                </a:solidFill>
              </a:rPr>
              <a:t>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33101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기록이 쌓이면 Gemini가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맥락을 이해하고 대화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B6A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8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기능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9050">
            <a:solidFill>
              <a:srgbClr val="FFD4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6184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연속 기록 streak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목표 진행률 한눈에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645920"/>
            <a:ext cx="502920" cy="502920"/>
          </a:xfrm>
          <a:prstGeom prst="ellipse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42232" y="16184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목표 관리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42232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D-day 카운트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달성률 자동 완료 처리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22592" y="16184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오늘 기록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22592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감정·행동·목표 점검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미래의 나에게 한마디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61872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성장 분석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61872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감정 변화 그래프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목표 달성률 차트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1089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3337560"/>
            <a:ext cx="502920" cy="502920"/>
          </a:xfrm>
          <a:prstGeom prst="ellipse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142232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AI 챗봇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42232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Gemini가 기록 맥락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파악해서 대화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1089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3337560"/>
            <a:ext cx="502920" cy="502920"/>
          </a:xfrm>
          <a:prstGeom prst="ellipse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22592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날짜별 조회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22592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달력으로 과거 기록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언제든 다시 보기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B6A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8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경계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8880"/>
                </a:solidFill>
              </a:rPr>
              <a:t>AI는 어디까지 해줄 수 있는가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19050">
            <a:solidFill>
              <a:srgbClr val="FFD4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D4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3840480" cy="457200"/>
          </a:xfrm>
          <a:prstGeom prst="rect">
            <a:avLst/>
          </a:prstGeom>
          <a:solidFill>
            <a:srgbClr val="FFD4C2"/>
          </a:solidFill>
          <a:ln w="12700">
            <a:solidFill>
              <a:srgbClr val="FFD4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A4A"/>
                </a:solidFill>
              </a:rPr>
              <a:t>✅  AI가 하는 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3728"/>
                </a:solidFill>
              </a:rPr>
              <a:t>기록 맥락 파악해서 공감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3728"/>
                </a:solidFill>
              </a:rPr>
              <a:t>감정 변화 패턴 분석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3728"/>
                </a:solidFill>
              </a:rPr>
              <a:t>따뜻한 말로 위로·제안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6941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3728"/>
                </a:solidFill>
              </a:rPr>
              <a:t>목표 달성 인사이트 제공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42062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691640"/>
            <a:ext cx="4206240" cy="457200"/>
          </a:xfrm>
          <a:prstGeom prst="rect">
            <a:avLst/>
          </a:prstGeom>
          <a:solidFill>
            <a:srgbClr val="F0E0D8"/>
          </a:solidFill>
          <a:ln w="12700">
            <a:solidFill>
              <a:srgbClr val="F0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7190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C4A"/>
                </a:solidFill>
              </a:rPr>
              <a:t>🚫  AI가 하지 않는 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26771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5C4A"/>
                </a:solidFill>
              </a:rPr>
              <a:t>판단하거나 강요하지 않음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5C4A"/>
                </a:solidFill>
              </a:rPr>
              <a:t>답을 대신 내려주지 않음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186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A5C4A"/>
                </a:solidFill>
              </a:rPr>
              <a:t>사용자 대신 목표를 정하지 않음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342900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FF8B6A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49300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"결국 답을 찾는 건 당신 자신입니다"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B6A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8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꿈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8880"/>
                </a:solidFill>
              </a:rPr>
              <a:t>결국 무엇을 향하는가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19050">
            <a:solidFill>
              <a:srgbClr val="FFD4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737360"/>
            <a:ext cx="1051560" cy="1051560"/>
          </a:xfrm>
          <a:prstGeom prst="ellipse">
            <a:avLst/>
          </a:prstGeom>
          <a:solidFill>
            <a:srgbClr val="FFD4C2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373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B6A"/>
                </a:solidFill>
              </a:rPr>
              <a:t>Day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2258568"/>
            <a:ext cx="457200" cy="0"/>
          </a:xfrm>
          <a:prstGeom prst="line">
            <a:avLst/>
          </a:prstGeom>
          <a:noFill/>
          <a:ln w="19050">
            <a:solidFill>
              <a:srgbClr val="FF8B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기록 시작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감정과 목표를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처음 기록하는 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737360"/>
            <a:ext cx="1051560" cy="1051560"/>
          </a:xfrm>
          <a:prstGeom prst="ellipse">
            <a:avLst/>
          </a:prstGeom>
          <a:solidFill>
            <a:srgbClr val="FFD4C2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7373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B6A"/>
                </a:solidFill>
              </a:rPr>
              <a:t>7일째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2258568"/>
            <a:ext cx="457200" cy="0"/>
          </a:xfrm>
          <a:prstGeom prst="line">
            <a:avLst/>
          </a:prstGeom>
          <a:noFill/>
          <a:ln w="19050">
            <a:solidFill>
              <a:srgbClr val="FF8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습관 형성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33101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연속 기록이 쌓이며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루틴이 생겨난다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737360"/>
            <a:ext cx="1051560" cy="1051560"/>
          </a:xfrm>
          <a:prstGeom prst="ellipse">
            <a:avLst/>
          </a:prstGeom>
          <a:solidFill>
            <a:srgbClr val="FFD4C2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7373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B6A"/>
                </a:solidFill>
              </a:rPr>
              <a:t>30일째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2258568"/>
            <a:ext cx="457200" cy="0"/>
          </a:xfrm>
          <a:prstGeom prst="line">
            <a:avLst/>
          </a:prstGeom>
          <a:noFill/>
          <a:ln w="19050">
            <a:solidFill>
              <a:srgbClr val="FF8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패턴 발견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3101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AI가 나의 감정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흐름을 분석한다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60920" y="1737360"/>
            <a:ext cx="1051560" cy="1051560"/>
          </a:xfrm>
          <a:prstGeom prst="ellipse">
            <a:avLst/>
          </a:prstGeom>
          <a:solidFill>
            <a:srgbClr val="FF8B6A"/>
          </a:solidFill>
          <a:ln w="25400">
            <a:solidFill>
              <a:srgbClr val="E86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17373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728"/>
                </a:solidFill>
              </a:rPr>
              <a:t>나의 궤적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3101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"나 이만큼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5C4A"/>
                </a:solidFill>
              </a:rPr>
              <a:t>왔구나" 를 본다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0" y="4160520"/>
            <a:ext cx="6400800" cy="749808"/>
          </a:xfrm>
          <a:prstGeom prst="roundRect">
            <a:avLst>
              <a:gd name="adj" fmla="val 12195"/>
            </a:avLst>
          </a:prstGeom>
          <a:solidFill>
            <a:srgbClr val="FFD4C2"/>
          </a:solidFill>
          <a:ln w="12700">
            <a:solidFill>
              <a:srgbClr val="FF8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2062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A4A"/>
                </a:solidFill>
              </a:rPr>
              <a:t>매일의 기록이 쌓여 하나의 궤적이 됩니다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6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FF9E82">
              <a:alpha val="30000"/>
            </a:srgbClr>
          </a:solidFill>
          <a:ln w="12700">
            <a:solidFill>
              <a:srgbClr val="FF9E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C85030">
              <a:alpha val="35000"/>
            </a:srgbClr>
          </a:solidFill>
          <a:ln w="12700">
            <a:solidFill>
              <a:srgbClr val="C8503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꿈은 거창하지 않아도 돼요.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D4C2"/>
                </a:solidFill>
              </a:rPr>
              <a:t>오늘 하루를 기록하는 것,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그게 Dream Achiever의 시작입니다.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920240" y="374904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3749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불편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374904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749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연결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374904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749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경계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374904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749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4C2"/>
                </a:solidFill>
              </a:rPr>
              <a:t>Dream Achiever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 Achiever</dc:title>
  <dc:subject>PptxGenJS Presentation</dc:subject>
  <dc:creator>PptxGenJS</dc:creator>
  <cp:lastModifiedBy>PptxGenJS</cp:lastModifiedBy>
  <cp:revision>1</cp:revision>
  <dcterms:created xsi:type="dcterms:W3CDTF">2026-05-30T03:13:59Z</dcterms:created>
  <dcterms:modified xsi:type="dcterms:W3CDTF">2026-05-30T03:13:59Z</dcterms:modified>
</cp:coreProperties>
</file>